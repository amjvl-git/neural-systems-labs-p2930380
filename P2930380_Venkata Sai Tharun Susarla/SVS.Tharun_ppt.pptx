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Roboto" panose="02000000000000000000" pitchFamily="2" charset="0"/>
      <p:regular r:id="rId14"/>
    </p:embeddedFont>
    <p:embeddedFont>
      <p:font typeface="Roboto Slab" pitchFamily="2" charset="0"/>
      <p:regular r:id="rId15"/>
    </p:embeddedFont>
    <p:embeddedFont>
      <p:font typeface="Roboto Slab Light" pitchFamily="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7925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34032"/>
            <a:ext cx="120936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Fashion-MNIST Neural Network Comparison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964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Venkata Sai </a:t>
            </a:r>
            <a:r>
              <a:rPr lang="en-US" sz="175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Tharun Susarla</a:t>
            </a:r>
            <a:endParaRPr lang="en-US" sz="1750" dirty="0">
              <a:solidFill>
                <a:srgbClr val="D6E5E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P2930380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13254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Background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Fashion-MNIST is a dataset of 70,000 grayscale images categorized into 10 clothing classes, widely used for evaluating image recognition models.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39685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do different neural network architectures perform on image classification tasks? This study compares ANN and CNN approaches.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635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25998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3452813"/>
            <a:ext cx="680442" cy="68044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7770" y="3639860"/>
            <a:ext cx="306110" cy="3061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0604" y="4360069"/>
            <a:ext cx="30849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Compare Architectures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0604" y="4850487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Evaluate performance differences between ANN and CNN models on Fashion-MNIST dataset.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216962" y="3225998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3776" y="3452813"/>
            <a:ext cx="680442" cy="68044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30942" y="3639860"/>
            <a:ext cx="306110" cy="3061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43776" y="4360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Measure Accuracy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5443776" y="4850487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 classification accuracy and identify misclassification patterns across 10 clothing categories.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9640133" y="3225998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66948" y="3452813"/>
            <a:ext cx="680442" cy="68044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54114" y="3639860"/>
            <a:ext cx="306110" cy="30611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866948" y="4360069"/>
            <a:ext cx="28720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Demonstrate Benefits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9866948" y="4850487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 how convolutional layers capture spatial hierarchies better than fully connected networks.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Methodology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22044"/>
            <a:ext cx="6407944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686770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Loaded Fashion-MNIST through torchvision with 48,000 training, 12,000 validation, and 10,000 test images.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428548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3022044"/>
            <a:ext cx="6408063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28548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Preprocessing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28548" y="3686770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Transformed images to tensors and normalized. Created data loaders with batch size 128.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141714"/>
            <a:ext cx="6407944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Model Training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Used Cross-Entropy loss, Adam optimizer (lr=0.001), and ReduceLROnPlateau scheduler for 15 epochs.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5141714"/>
            <a:ext cx="6408063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28548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Evaluation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428548" y="5829181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Assessed using test accuracy and confusion matrices to identify misclassification trends.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092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Preparation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56679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70K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900113" y="39884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Total Images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478893"/>
            <a:ext cx="30480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Grayscale images of 28×28 pixels across 10 clothing categories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2956679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48K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231719" y="39884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Training Set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25278" y="4478893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Images used for model training with shuffling enabled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56884" y="2956679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12K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563326" y="39884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Validation Set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4478893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Images for monitoring performance during training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788491" y="2956679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10K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894933" y="39884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 Set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8491" y="4478893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Images reserved for final model evaluation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82275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Images were transformed to tensors and normalized. Batch size of 128 was used with proper image-label alignment verified through visual inspection.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4537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Model Architectures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21129"/>
            <a:ext cx="409658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Artificial Neural Network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97323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Input: 784-dimensional flattened images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4154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fully connected layers: 512, 256, 128 neurons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85763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ReLU activation throughout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29982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Dropout rates: 0.3 and 0.2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74202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Output: 10 classes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321129"/>
            <a:ext cx="488834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Convolutional Neural Network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599521" y="397323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convolutional blocks with 3×3 filters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4154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Filters: 32, 64, 128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85763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Batch normalization and max-pooling (2×2)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529982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Dropout: 0.25 (conv), 0.5 (dense)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574202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Dense layers: 512, 256 neurons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00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Results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812488"/>
            <a:ext cx="13042821" cy="39127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9803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 the ReduceLROnPlateau scheduler, the CNN model achieved significantly higher accuracy than the ANN model.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659844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78.1% reduction in Coat-Pullover confusions with CNN.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72164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60.4% improvement in Shirt-Pullover misclassifications.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647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Discussion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88883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2488883"/>
            <a:ext cx="121920" cy="20937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2746177"/>
            <a:ext cx="29376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Superior Performance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42524" y="3236595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 consistently outperformed ANN across all configurations, demonstrating the power of convolutional layers in capturing spatial hierarchies.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8548" y="2488883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2488883"/>
            <a:ext cx="121920" cy="20937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7282" y="27461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Reduced Confusion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777282" y="3236595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 achieved significant reduction in misclassifications between visually similar categories like Coat-Pullover and different footwear types.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4809411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4809411"/>
            <a:ext cx="121920" cy="209371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2524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Scheduler Impact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142524" y="5557123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ReduceLROnPlateau scheduler improved training stability, prevented overfitting, and enabled faster convergence by adjusting learning rate dynamically.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428548" y="4809411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4809411"/>
            <a:ext cx="121920" cy="209371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7282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Feature Extraction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777282" y="5557123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CNN's spatial feature extraction proved superior to ANN's flattened input approach, which resulted in information loss.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779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33951" y="3195518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CNNs significantly outperform ANNs for image classification tasks on Fashion-MNIST, achieving higher accuracy and fewer misclassifications through superior spatial feature extraction.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940367"/>
            <a:ext cx="30480" cy="1236107"/>
          </a:xfrm>
          <a:prstGeom prst="rect">
            <a:avLst/>
          </a:prstGeom>
          <a:solidFill>
            <a:srgbClr val="66A8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93790" y="443162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530906" y="45094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Architecture Matters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4999911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Convolutional layers with pooling and dropout provide more robust learning than fully connected networks for visual data.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35893" y="443162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73008" y="45094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Spatial Hierarchies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73008" y="4999911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CNNs excel at capturing spatial relationships in images, leading to better generalization across clothing categories.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77995" y="443162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415111" y="4509492"/>
            <a:ext cx="29551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Practical Implications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5111" y="4999911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findings confirm CNNs as the preferred choice for visual recognition tasks involving spatially structured data.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37504"/>
            <a:ext cx="90589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Work &amp; Acknowledgments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1325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Directions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865364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Experiment with deeper CNN architectures like ResNet or VGG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07562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data augmentation techniques to improve robustness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49760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transfer learning approaches from pre-trained models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19195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Explore ensemble methods combining multiple models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634157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Investigate attention mechanisms for better feature focus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959096" y="321325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Acknowledgments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8959096" y="3865364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PyTorch and torchvision libraries for model implementation.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959096" y="4795242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Fashion-MNIST dataset creators for providing accessible benchmark data.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8959096" y="5725120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Course instructors for guidance and support.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43307"/>
            <a:ext cx="13042821" cy="212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00"/>
              </a:lnSpc>
              <a:buNone/>
            </a:pPr>
            <a:r>
              <a:rPr lang="en-US" sz="13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Thank You</a:t>
            </a:r>
            <a:endParaRPr lang="en-US" sz="13350" dirty="0"/>
          </a:p>
        </p:txBody>
      </p:sp>
      <p:sp>
        <p:nvSpPr>
          <p:cNvPr id="3" name="Text 1"/>
          <p:cNvSpPr/>
          <p:nvPr/>
        </p:nvSpPr>
        <p:spPr>
          <a:xfrm>
            <a:off x="793790" y="52233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Questions &amp; Discussion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592</Words>
  <Application>Microsoft Office PowerPoint</Application>
  <PresentationFormat>Custom</PresentationFormat>
  <Paragraphs>100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Roboto</vt:lpstr>
      <vt:lpstr>Arial</vt:lpstr>
      <vt:lpstr>Roboto Slab</vt:lpstr>
      <vt:lpstr>Roboto Slab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Jahnavi Kodi</cp:lastModifiedBy>
  <cp:revision>3</cp:revision>
  <dcterms:created xsi:type="dcterms:W3CDTF">2025-11-02T16:56:09Z</dcterms:created>
  <dcterms:modified xsi:type="dcterms:W3CDTF">2025-11-04T11:40:21Z</dcterms:modified>
</cp:coreProperties>
</file>